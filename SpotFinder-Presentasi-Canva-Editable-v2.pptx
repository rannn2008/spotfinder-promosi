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pic>
        <p:nvPicPr>
          <p:cNvPr id="5" name="Image 0" descr="C:\xampp\htdocs\spotfinder-promo\assets\img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669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640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SpotFinder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3504" y="1325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PROJECT PRESENTATION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" y="1627632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Parkir Cerdas Berbasis IoT dan Web</a:t>
            </a:r>
            <a:endParaRPr lang="en-US" sz="4300" dirty="0"/>
          </a:p>
        </p:txBody>
      </p:sp>
      <p:sp>
        <p:nvSpPr>
          <p:cNvPr id="9" name="Text 6"/>
          <p:cNvSpPr/>
          <p:nvPr/>
        </p:nvSpPr>
        <p:spPr>
          <a:xfrm>
            <a:off x="640080" y="3401568"/>
            <a:ext cx="6126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6E6EA"/>
                </a:solidFill>
              </a:rPr>
              <a:t>Solusi untuk membantu pengguna mencari slot parkir, masuk dengan RFID, memantau status secara real-time, dan mengelola pembayaran secara digital.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4572000"/>
            <a:ext cx="2651760" cy="384048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3451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468172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7F4"/>
                </a:solidFill>
              </a:rPr>
              <a:t>By: Zahran Al Syafit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20440" y="4572000"/>
            <a:ext cx="2057400" cy="384048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3451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75888" y="4681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7F4"/>
                </a:solidFill>
              </a:rPr>
              <a:t>Durasi: 10 menit</a:t>
            </a:r>
            <a:endParaRPr lang="en-US" sz="1100" dirty="0"/>
          </a:p>
        </p:txBody>
      </p:sp>
      <p:pic>
        <p:nvPicPr>
          <p:cNvPr id="14" name="Image 1" descr="C:\xampp\htdocs\spotfinder-promo\assets\img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868680"/>
            <a:ext cx="3794760" cy="43891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01 - Cover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0:45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LATAR BELAKANG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 parkir sering terlihat kecil, tetapi dampaknya besar.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5120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9C2"/>
                </a:solidFill>
              </a:rPr>
              <a:t>Di area ramai, pengguna sering menghabiskan waktu untuk mencari slot kosong. Pengelola juga sulit mengetahui kapasitas, riwayat kendaraan, dan pemasukan secara cepat.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4231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A8B9C2"/>
                </a:solidFill>
              </a:rPr>
              <a:t>Pengguna berputar mencari tempat kosong.</a:t>
            </a:r>
            <a:endParaRPr lang="en-US" sz="1500" dirty="0"/>
          </a:p>
          <a:p>
            <a:r>
              <a:rPr lang="en-US" sz="1500" dirty="0">
                <a:solidFill>
                  <a:srgbClr val="A8B9C2"/>
                </a:solidFill>
              </a:rPr>
              <a:t>Riwayat parkir dan transaksi tidak terpusat.</a:t>
            </a:r>
            <a:endParaRPr lang="en-US" sz="1500" dirty="0"/>
          </a:p>
          <a:p>
            <a:r>
              <a:rPr lang="en-US" sz="1500" dirty="0">
                <a:solidFill>
                  <a:srgbClr val="A8B9C2"/>
                </a:solidFill>
              </a:rPr>
              <a:t>Palang masuk masih banyak yang manual.</a:t>
            </a:r>
            <a:endParaRPr lang="en-US" sz="1500" dirty="0"/>
          </a:p>
          <a:p>
            <a:r>
              <a:rPr lang="en-US" sz="1500" dirty="0">
                <a:solidFill>
                  <a:srgbClr val="A8B9C2"/>
                </a:solidFill>
              </a:rPr>
              <a:t>Pengelola butuh rekap yang cepat dan rapi.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1828800" cy="1243584"/>
          </a:xfrm>
          <a:prstGeom prst="roundRect">
            <a:avLst>
              <a:gd name="adj" fmla="val 441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" cy="1243584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1790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Waktu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0195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Pencarian parkir lebih lama.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371600"/>
            <a:ext cx="1828800" cy="1243584"/>
          </a:xfrm>
          <a:prstGeom prst="roundRect">
            <a:avLst>
              <a:gd name="adj" fmla="val 441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371600"/>
            <a:ext cx="54864" cy="1243584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51790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85632" y="190195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Status dan riwayat belum rapi.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971800"/>
            <a:ext cx="1828800" cy="1243584"/>
          </a:xfrm>
          <a:prstGeom prst="roundRect">
            <a:avLst>
              <a:gd name="adj" fmla="val 441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971800"/>
            <a:ext cx="54864" cy="124358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11810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Akses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2512" y="350215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Kontrol masuk-keluar belum otomatis.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21040" y="2971800"/>
            <a:ext cx="1828800" cy="1243584"/>
          </a:xfrm>
          <a:prstGeom prst="roundRect">
            <a:avLst>
              <a:gd name="adj" fmla="val 441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2971800"/>
            <a:ext cx="54864" cy="1243584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311810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Laporan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5632" y="350215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Rekap operasional masih lambat.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02 - Masalah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TUJUAN PROYEK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Membuat parkir lebih cepat, tertata, dan mudah dipantau.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8B9C2"/>
                </a:solidFill>
              </a:rPr>
              <a:t>SpotFinder dibuat sebagai prototype smart parking yang menyatukan deteksi slot, autentikasi pengguna, dashboard, wallet, booking, dan laporan.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48840"/>
            <a:ext cx="54864" cy="141732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9514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Real-time Slot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2679192"/>
            <a:ext cx="2203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Status slot kosong, terisi, booking, atau pelanggaran terlihat langsung.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0440" y="214884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148840"/>
            <a:ext cx="54864" cy="141732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29514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RFID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85032" y="2679192"/>
            <a:ext cx="2203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Kendaraan masuk melalui verifikasi kartu RFID dan data member.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148840"/>
            <a:ext cx="54864" cy="141732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29514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Cashless Wallet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2679192"/>
            <a:ext cx="2203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Saldo, top-up, biaya parkir, dan booking fee dikelola dari aplikasi.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81160" y="21488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148840"/>
            <a:ext cx="54864" cy="1417320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229514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Dashboard Admin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45752" y="2679192"/>
            <a:ext cx="20208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Admin melihat pengguna, transaksi, analytics, chat, dan gate control.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03 - Tujuan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FITUR UTAMA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Satu sistem untuk pengguna, admin, dan perangkat parkir.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132588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636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Client Portal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Login, registrasi, profil, avatar, saldo, riwayat, dan chat support.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417320"/>
            <a:ext cx="54864" cy="132588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5636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Booking Slot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16552" y="1947672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Pengguna bisa memesan slot tersedia dengan biaya booking digital.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63840" y="141732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1417320"/>
            <a:ext cx="54864" cy="132588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156362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Admin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28432" y="1947672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Kelola RFID, member, top-up, tarif, analytics, history, dan laporan.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08960"/>
            <a:ext cx="54864" cy="132588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25526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IoT Detection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3639312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ESP32 membaca sensor ultrasonik untuk mendeteksi kendaraan per slot.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31089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3108960"/>
            <a:ext cx="54864" cy="132588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25526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Auto Gate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16552" y="3639312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Servo membuka dan menutup palang setelah akses disetujui.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0" y="31089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3108960"/>
            <a:ext cx="54864" cy="132588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3255264"/>
            <a:ext cx="2843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AI Voice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28432" y="3639312"/>
            <a:ext cx="28437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Asisten suara memberi notifikasi selamat datang, keluar, dan status sistem.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04 - Fitur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CARA KERJA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sistem dari pengguna datang sampai keluar parkir.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438912" y="1600200"/>
            <a:ext cx="1993392" cy="2377440"/>
          </a:xfrm>
          <a:prstGeom prst="roundRect">
            <a:avLst>
              <a:gd name="adj" fmla="val 275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600200"/>
            <a:ext cx="54864" cy="237744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74650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1. 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" y="2130552"/>
            <a:ext cx="1682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Pengguna masuk ke portal client dan mendaftarkan kendaraan.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06624" y="1600200"/>
            <a:ext cx="1993392" cy="2377440"/>
          </a:xfrm>
          <a:prstGeom prst="roundRect">
            <a:avLst>
              <a:gd name="adj" fmla="val 275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6624" y="1600200"/>
            <a:ext cx="54864" cy="237744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174650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2. Cek Slot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71216" y="2130552"/>
            <a:ext cx="1682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Dashboard menampilkan slot kosong dan rekomendasi slot terbaik.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74336" y="1600200"/>
            <a:ext cx="1993392" cy="2377440"/>
          </a:xfrm>
          <a:prstGeom prst="roundRect">
            <a:avLst>
              <a:gd name="adj" fmla="val 275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74336" y="1600200"/>
            <a:ext cx="54864" cy="237744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74650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3. Scan RFID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38928" y="2130552"/>
            <a:ext cx="1682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ESP32 mengirim UID ke server untuk verifikasi akses.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242048" y="1600200"/>
            <a:ext cx="1993392" cy="2377440"/>
          </a:xfrm>
          <a:prstGeom prst="roundRect">
            <a:avLst>
              <a:gd name="adj" fmla="val 275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42048" y="1600200"/>
            <a:ext cx="54864" cy="237744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74650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4. Sensor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2130552"/>
            <a:ext cx="1682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Ultrasonik mendeteksi kendaraan dan memperbarui status slot.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1600200"/>
            <a:ext cx="1993392" cy="2377440"/>
          </a:xfrm>
          <a:prstGeom prst="roundRect">
            <a:avLst>
              <a:gd name="adj" fmla="val 2752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1600200"/>
            <a:ext cx="54864" cy="237744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74352" y="1746504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5. Keluar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74352" y="2130552"/>
            <a:ext cx="168249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Biaya dihitung otomatis, riwayat tersimpan, dan struk bisa dicetak.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05 - Alur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TAMPILAN APLIKASI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Antarmuka dibuat agar status parkir mudah dibaca.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788920" cy="3794760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34515E"/>
            </a:solidFill>
            <a:prstDash val="solid"/>
          </a:ln>
        </p:spPr>
      </p:sp>
      <p:pic>
        <p:nvPicPr>
          <p:cNvPr id="8" name="Image 0" descr="C:\xampp\htdocs\spotfinder-promo\assets\img\scre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53312"/>
            <a:ext cx="2569464" cy="3273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7F4"/>
                </a:solidFill>
              </a:rPr>
              <a:t>Smart Dashboard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55321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9C2"/>
                </a:solidFill>
              </a:rPr>
              <a:t>Slot, okupansi, aktivitas, statistik.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53128" y="1234440"/>
            <a:ext cx="2788920" cy="3794760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34515E"/>
            </a:solidFill>
            <a:prstDash val="solid"/>
          </a:ln>
        </p:spPr>
      </p:sp>
      <p:pic>
        <p:nvPicPr>
          <p:cNvPr id="12" name="Image 1" descr="C:\xampp\htdocs\spotfinder-promo\assets\img\scree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353312"/>
            <a:ext cx="2569464" cy="32735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7F4"/>
                </a:solidFill>
              </a:rPr>
              <a:t>Client Portal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53128" y="55321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9C2"/>
                </a:solidFill>
              </a:rPr>
              <a:t>Saldo, booking, riwayat, profil.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220456" y="1234440"/>
            <a:ext cx="2788920" cy="3794760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34515E"/>
            </a:solidFill>
            <a:prstDash val="solid"/>
          </a:ln>
        </p:spPr>
      </p:sp>
      <p:pic>
        <p:nvPicPr>
          <p:cNvPr id="16" name="Image 2" descr="C:\xampp\htdocs\spotfinder-promo\assets\img\scree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353312"/>
            <a:ext cx="2569464" cy="32735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7F4"/>
                </a:solidFill>
              </a:rPr>
              <a:t>AI Support Chat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0456" y="55321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8B9C2"/>
                </a:solidFill>
              </a:rPr>
              <a:t>Bantuan client dan admin.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06 - UI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TEKNOLOGI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Komponen web dan hardware saling terhubung melalui API.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07492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9C2"/>
                </a:solidFill>
              </a:rPr>
              <a:t>Backend memakai PHP dan MySQL. Frontend memakai HTML, CSS, JavaScript, jQuery, dan Chart.js. Perangkat memakai ESP32, RFID RC522, sensor ultrasonik, OLED, LED, buzzer, dan servo palang.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A8B9C2"/>
                </a:solidFill>
              </a:rPr>
              <a:t>PHP + MySQL untuk backend dan database.</a:t>
            </a:r>
            <a:endParaRPr lang="en-US" sz="1350" dirty="0"/>
          </a:p>
          <a:p>
            <a:r>
              <a:rPr lang="en-US" sz="1350" dirty="0">
                <a:solidFill>
                  <a:srgbClr val="A8B9C2"/>
                </a:solidFill>
              </a:rPr>
              <a:t>ESP32 mengirim status sensor ke server.</a:t>
            </a:r>
            <a:endParaRPr lang="en-US" sz="1350" dirty="0"/>
          </a:p>
          <a:p>
            <a:r>
              <a:rPr lang="en-US" sz="1350" dirty="0">
                <a:solidFill>
                  <a:srgbClr val="A8B9C2"/>
                </a:solidFill>
              </a:rPr>
              <a:t>RFID RC522 untuk identifikasi member.</a:t>
            </a:r>
            <a:endParaRPr lang="en-US" sz="1350" dirty="0"/>
          </a:p>
          <a:p>
            <a:r>
              <a:rPr lang="en-US" sz="1350" dirty="0">
                <a:solidFill>
                  <a:srgbClr val="A8B9C2"/>
                </a:solidFill>
              </a:rPr>
              <a:t>Servo, LED, buzzer, dan OLED untuk prototype.</a:t>
            </a:r>
            <a:endParaRPr lang="en-US" sz="1350" dirty="0"/>
          </a:p>
          <a:p>
            <a:r>
              <a:rPr lang="en-US" sz="1350" dirty="0">
                <a:solidFill>
                  <a:srgbClr val="A8B9C2"/>
                </a:solidFill>
              </a:rPr>
              <a:t>ElevenLabs TTS untuk notifikasi suara.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23444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234440"/>
            <a:ext cx="54864" cy="105156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80744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API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6792" y="1764792"/>
            <a:ext cx="4032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Endpoint menghubungkan web app dengan ESP32.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60604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606040"/>
            <a:ext cx="54864" cy="105156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752344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Database Tables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3136392"/>
            <a:ext cx="4032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users, sensor_status, parking_history, settings, topup_requests.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97764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977640"/>
            <a:ext cx="54864" cy="105156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4123944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Scalable Idea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36792" y="4507992"/>
            <a:ext cx="40325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Bisa dikembangkan ke banyak slot, QRIS asli, dan plat recognition.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07 - Teknologi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CARA PENGGUNAAN SAAT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Urutan demo yang aman untuk presentasi 10 menit.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4983480" cy="3657600"/>
          </a:xfrm>
          <a:prstGeom prst="roundRect">
            <a:avLst>
              <a:gd name="adj" fmla="val 1500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25880"/>
            <a:ext cx="54864" cy="365760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7218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Untuk 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46725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1. Buka Client Portal.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2. Login atau registrasi kendaraan.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3. Lihat saldo dan slot real-time.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4. Booking slot kosong.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5. Gunakan chat support jika perlu.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4983480" cy="3657600"/>
          </a:xfrm>
          <a:prstGeom prst="roundRect">
            <a:avLst>
              <a:gd name="adj" fmla="val 1500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9320" y="1325880"/>
            <a:ext cx="54864" cy="365760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47218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Untuk Admin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3912" y="1856232"/>
            <a:ext cx="46725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1. Login admin.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2. Lihat dashboard slot dan aktivitas.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3. Approve top-up atau tambah RFID.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4. Cek analytics dan history.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5. Gunakan gate control untuk palang.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08 - Demo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011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KELEBIHAN DAN MANFAAT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SpotFinder memberi nilai untuk pengguna dan pengelola.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1417320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6362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Efisien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1947672"/>
            <a:ext cx="2203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Mengurangi waktu mencari parkir karena status slot terlihat.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0440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417320"/>
            <a:ext cx="54864" cy="1417320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156362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Terdokumentasi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5032" y="1947672"/>
            <a:ext cx="2203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Masuk, keluar, booking, top-up, dan biaya tercatat otomatis.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417320"/>
            <a:ext cx="54864" cy="141732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563624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Modern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1947672"/>
            <a:ext cx="2203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Mendukung wallet, chat, voice notification, dan analytics.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141732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3242E">
              <a:alpha val="98000"/>
            </a:srgbClr>
          </a:solidFill>
          <a:ln w="12700">
            <a:solidFill>
              <a:srgbClr val="34515E">
                <a:alpha val="9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417320"/>
            <a:ext cx="54864" cy="1417320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45752" y="156362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EF7F4"/>
                </a:solidFill>
              </a:rPr>
              <a:t>Bisa Dikembangkan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45752" y="1947672"/>
            <a:ext cx="20208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9C2"/>
                </a:solidFill>
              </a:rPr>
              <a:t>Bisa ditambah banyak slot, QRIS asli, dan kamera plat nomor.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9692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5D0FF"/>
                </a:solidFill>
              </a:rPr>
              <a:t>Pengguna mendapat pengalaman parkir yang lebih cepat dan jelas. Admin mendapat data operasional, transaksi, dan kontrol perangkat dalam satu tempat.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09 - Manfaat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51560" y="-822960"/>
            <a:ext cx="3840480" cy="3840480"/>
          </a:xfrm>
          <a:prstGeom prst="arc">
            <a:avLst/>
          </a:prstGeom>
          <a:solidFill>
            <a:srgbClr val="35D0FF">
              <a:alpha val="24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pic>
        <p:nvPicPr>
          <p:cNvPr id="5" name="Image 0" descr="C:\xampp\htdocs\spotfinder-promo\assets\img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749808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0368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7E08F"/>
                </a:solidFill>
              </a:rPr>
              <a:t>PENUTUP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51560" y="2057400"/>
            <a:ext cx="100584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Parkir lebih pintar, data lebih rapi, pengalaman lebih cepat.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828800" y="3749040"/>
            <a:ext cx="8503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8B9C2"/>
                </a:solidFill>
              </a:rPr>
              <a:t>SpotFinder membuktikan bahwa masalah parkir bisa diselesaikan dengan kombinasi web app, database, IoT, dan desain penggunaan yang jelas.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800600" y="4892040"/>
            <a:ext cx="2606040" cy="502920"/>
          </a:xfrm>
          <a:prstGeom prst="round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503834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016"/>
                </a:solidFill>
              </a:rPr>
              <a:t>Terima kasih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10 - Closing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C8D0">
                    <a:alpha val="80000"/>
                  </a:srgbClr>
                </a:solidFill>
              </a:rPr>
              <a:t>1:00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SpotFinder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SpotFinder - Sistem Parkir Cerdas</dc:title>
  <dc:subject>Presentasi SpotFinder 10 Menit</dc:subject>
  <dc:creator>Zahran Al Syafit</dc:creator>
  <cp:lastModifiedBy>Zahran Al Syafit</cp:lastModifiedBy>
  <cp:revision>1</cp:revision>
  <dcterms:created xsi:type="dcterms:W3CDTF">2026-05-17T02:25:32Z</dcterms:created>
  <dcterms:modified xsi:type="dcterms:W3CDTF">2026-05-17T02:25:32Z</dcterms:modified>
</cp:coreProperties>
</file>